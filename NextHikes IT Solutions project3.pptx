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2" r:id="rId5"/>
    <p:sldId id="275" r:id="rId6"/>
    <p:sldId id="276" r:id="rId7"/>
    <p:sldId id="278" r:id="rId8"/>
    <p:sldId id="294" r:id="rId9"/>
    <p:sldId id="281" r:id="rId10"/>
    <p:sldId id="279" r:id="rId11"/>
    <p:sldId id="284" r:id="rId12"/>
    <p:sldId id="296" r:id="rId13"/>
    <p:sldId id="297" r:id="rId14"/>
    <p:sldId id="298" r:id="rId15"/>
    <p:sldId id="300" r:id="rId16"/>
    <p:sldId id="293" r:id="rId17"/>
    <p:sldId id="301" r:id="rId18"/>
    <p:sldId id="28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78D"/>
    <a:srgbClr val="C95B3A"/>
    <a:srgbClr val="446992"/>
    <a:srgbClr val="AEC2D8"/>
    <a:srgbClr val="98432A"/>
    <a:srgbClr val="D84400"/>
    <a:srgbClr val="263E5A"/>
    <a:srgbClr val="D6E0EB"/>
    <a:srgbClr val="728DAB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2F0C1-FD45-4EC8-9EA1-C1A22CC0BD1D}" v="92" dt="2025-02-12T18:21:40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5634"/>
  </p:normalViewPr>
  <p:slideViewPr>
    <p:cSldViewPr snapToGrid="0" showGuides="1">
      <p:cViewPr varScale="1">
        <p:scale>
          <a:sx n="82" d="100"/>
          <a:sy n="82" d="100"/>
        </p:scale>
        <p:origin x="754" y="7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Manmode" userId="8ea90d495940e546" providerId="LiveId" clId="{A012F0C1-FD45-4EC8-9EA1-C1A22CC0BD1D}"/>
    <pc:docChg chg="undo custSel addSld delSld modSld sldOrd">
      <pc:chgData name="Himanshu Manmode" userId="8ea90d495940e546" providerId="LiveId" clId="{A012F0C1-FD45-4EC8-9EA1-C1A22CC0BD1D}" dt="2025-02-12T18:21:40.625" v="4226"/>
      <pc:docMkLst>
        <pc:docMk/>
      </pc:docMkLst>
      <pc:sldChg chg="delSp modSp mod modTransition">
        <pc:chgData name="Himanshu Manmode" userId="8ea90d495940e546" providerId="LiveId" clId="{A012F0C1-FD45-4EC8-9EA1-C1A22CC0BD1D}" dt="2025-02-09T13:15:04.267" v="4210"/>
        <pc:sldMkLst>
          <pc:docMk/>
          <pc:sldMk cId="2775535166" sldId="275"/>
        </pc:sldMkLst>
        <pc:spChg chg="mod">
          <ac:chgData name="Himanshu Manmode" userId="8ea90d495940e546" providerId="LiveId" clId="{A012F0C1-FD45-4EC8-9EA1-C1A22CC0BD1D}" dt="2025-02-09T13:04:19.420" v="4150" actId="113"/>
          <ac:spMkLst>
            <pc:docMk/>
            <pc:sldMk cId="2775535166" sldId="275"/>
            <ac:spMk id="9" creationId="{78024C77-A2F8-1ABA-5412-E6BB88B5FA1B}"/>
          </ac:spMkLst>
        </pc:spChg>
        <pc:spChg chg="mod">
          <ac:chgData name="Himanshu Manmode" userId="8ea90d495940e546" providerId="LiveId" clId="{A012F0C1-FD45-4EC8-9EA1-C1A22CC0BD1D}" dt="2025-02-09T13:04:15.153" v="4149" actId="113"/>
          <ac:spMkLst>
            <pc:docMk/>
            <pc:sldMk cId="2775535166" sldId="275"/>
            <ac:spMk id="16" creationId="{8FEA3BB9-F064-CFBE-C0BE-BB7A22A4DCFC}"/>
          </ac:spMkLst>
        </pc:spChg>
        <pc:spChg chg="mod">
          <ac:chgData name="Himanshu Manmode" userId="8ea90d495940e546" providerId="LiveId" clId="{A012F0C1-FD45-4EC8-9EA1-C1A22CC0BD1D}" dt="2025-02-09T13:04:23.816" v="4151" actId="113"/>
          <ac:spMkLst>
            <pc:docMk/>
            <pc:sldMk cId="2775535166" sldId="275"/>
            <ac:spMk id="18" creationId="{241202DB-E499-EB19-8A48-A3301DA59ED7}"/>
          </ac:spMkLst>
        </pc:spChg>
        <pc:spChg chg="mod">
          <ac:chgData name="Himanshu Manmode" userId="8ea90d495940e546" providerId="LiveId" clId="{A012F0C1-FD45-4EC8-9EA1-C1A22CC0BD1D}" dt="2025-02-09T13:05:38.285" v="4177" actId="1076"/>
          <ac:spMkLst>
            <pc:docMk/>
            <pc:sldMk cId="2775535166" sldId="275"/>
            <ac:spMk id="19" creationId="{5DF64211-DCD8-B458-DBD2-EBDA7AE3396F}"/>
          </ac:spMkLst>
        </pc:spChg>
        <pc:spChg chg="mod">
          <ac:chgData name="Himanshu Manmode" userId="8ea90d495940e546" providerId="LiveId" clId="{A012F0C1-FD45-4EC8-9EA1-C1A22CC0BD1D}" dt="2025-02-09T13:04:28.416" v="4152" actId="113"/>
          <ac:spMkLst>
            <pc:docMk/>
            <pc:sldMk cId="2775535166" sldId="275"/>
            <ac:spMk id="22" creationId="{D5402852-C1AD-6A4E-DAA7-0AE582A742FD}"/>
          </ac:spMkLst>
        </pc:spChg>
        <pc:spChg chg="mod">
          <ac:chgData name="Himanshu Manmode" userId="8ea90d495940e546" providerId="LiveId" clId="{A012F0C1-FD45-4EC8-9EA1-C1A22CC0BD1D}" dt="2025-02-09T13:04:33.081" v="4153" actId="113"/>
          <ac:spMkLst>
            <pc:docMk/>
            <pc:sldMk cId="2775535166" sldId="275"/>
            <ac:spMk id="24" creationId="{ABF1D337-2A3C-A0FB-A6CD-5E4B9D6DFD91}"/>
          </ac:spMkLst>
        </pc:spChg>
      </pc:sldChg>
      <pc:sldChg chg="delSp modSp mod modTransition">
        <pc:chgData name="Himanshu Manmode" userId="8ea90d495940e546" providerId="LiveId" clId="{A012F0C1-FD45-4EC8-9EA1-C1A22CC0BD1D}" dt="2025-02-09T13:15:07.412" v="4211"/>
        <pc:sldMkLst>
          <pc:docMk/>
          <pc:sldMk cId="77554804" sldId="276"/>
        </pc:sldMkLst>
        <pc:spChg chg="mod">
          <ac:chgData name="Himanshu Manmode" userId="8ea90d495940e546" providerId="LiveId" clId="{A012F0C1-FD45-4EC8-9EA1-C1A22CC0BD1D}" dt="2025-02-09T13:09:11.020" v="4189" actId="115"/>
          <ac:spMkLst>
            <pc:docMk/>
            <pc:sldMk cId="77554804" sldId="276"/>
            <ac:spMk id="5" creationId="{81D18537-D028-9E9C-FB87-93F24955DFC7}"/>
          </ac:spMkLst>
        </pc:spChg>
        <pc:spChg chg="mod">
          <ac:chgData name="Himanshu Manmode" userId="8ea90d495940e546" providerId="LiveId" clId="{A012F0C1-FD45-4EC8-9EA1-C1A22CC0BD1D}" dt="2025-01-31T16:01:08.267" v="271" actId="20577"/>
          <ac:spMkLst>
            <pc:docMk/>
            <pc:sldMk cId="77554804" sldId="276"/>
            <ac:spMk id="20" creationId="{CC0093B1-77CC-1E61-FB22-E136F94EABD2}"/>
          </ac:spMkLst>
        </pc:spChg>
        <pc:picChg chg="mod">
          <ac:chgData name="Himanshu Manmode" userId="8ea90d495940e546" providerId="LiveId" clId="{A012F0C1-FD45-4EC8-9EA1-C1A22CC0BD1D}" dt="2025-01-31T17:41:03.475" v="709" actId="1036"/>
          <ac:picMkLst>
            <pc:docMk/>
            <pc:sldMk cId="77554804" sldId="276"/>
            <ac:picMk id="12" creationId="{8C4B5C6A-45B4-1976-622A-4CEB4E3211BC}"/>
          </ac:picMkLst>
        </pc:picChg>
      </pc:sldChg>
      <pc:sldChg chg="modSp del mod ord">
        <pc:chgData name="Himanshu Manmode" userId="8ea90d495940e546" providerId="LiveId" clId="{A012F0C1-FD45-4EC8-9EA1-C1A22CC0BD1D}" dt="2025-02-08T09:57:58.398" v="3316" actId="2696"/>
        <pc:sldMkLst>
          <pc:docMk/>
          <pc:sldMk cId="2478079616" sldId="277"/>
        </pc:sldMkLst>
      </pc:sldChg>
      <pc:sldChg chg="addSp delSp modSp mod ord modTransition">
        <pc:chgData name="Himanshu Manmode" userId="8ea90d495940e546" providerId="LiveId" clId="{A012F0C1-FD45-4EC8-9EA1-C1A22CC0BD1D}" dt="2025-02-09T13:15:10.697" v="4212"/>
        <pc:sldMkLst>
          <pc:docMk/>
          <pc:sldMk cId="1640288181" sldId="278"/>
        </pc:sldMkLst>
        <pc:spChg chg="add mod">
          <ac:chgData name="Himanshu Manmode" userId="8ea90d495940e546" providerId="LiveId" clId="{A012F0C1-FD45-4EC8-9EA1-C1A22CC0BD1D}" dt="2025-01-31T16:21:19.414" v="427" actId="5793"/>
          <ac:spMkLst>
            <pc:docMk/>
            <pc:sldMk cId="1640288181" sldId="278"/>
            <ac:spMk id="3" creationId="{AD8573BC-6C49-3482-48D4-07EDBBFC8E4C}"/>
          </ac:spMkLst>
        </pc:spChg>
        <pc:spChg chg="mod">
          <ac:chgData name="Himanshu Manmode" userId="8ea90d495940e546" providerId="LiveId" clId="{A012F0C1-FD45-4EC8-9EA1-C1A22CC0BD1D}" dt="2025-01-31T17:36:46.592" v="690"/>
          <ac:spMkLst>
            <pc:docMk/>
            <pc:sldMk cId="1640288181" sldId="278"/>
            <ac:spMk id="10" creationId="{4C6EC6F6-F346-241D-C2AD-CEA21AF2E091}"/>
          </ac:spMkLst>
        </pc:spChg>
        <pc:picChg chg="add mod">
          <ac:chgData name="Himanshu Manmode" userId="8ea90d495940e546" providerId="LiveId" clId="{A012F0C1-FD45-4EC8-9EA1-C1A22CC0BD1D}" dt="2025-01-31T16:21:25.197" v="428" actId="14100"/>
          <ac:picMkLst>
            <pc:docMk/>
            <pc:sldMk cId="1640288181" sldId="278"/>
            <ac:picMk id="7" creationId="{6E4A95E6-08CB-8971-EB81-7545A169BD78}"/>
          </ac:picMkLst>
        </pc:picChg>
      </pc:sldChg>
      <pc:sldChg chg="addSp delSp modSp mod modTransition">
        <pc:chgData name="Himanshu Manmode" userId="8ea90d495940e546" providerId="LiveId" clId="{A012F0C1-FD45-4EC8-9EA1-C1A22CC0BD1D}" dt="2025-02-12T18:21:40.625" v="4226"/>
        <pc:sldMkLst>
          <pc:docMk/>
          <pc:sldMk cId="1246021298" sldId="279"/>
        </pc:sldMkLst>
        <pc:spChg chg="add del mod">
          <ac:chgData name="Himanshu Manmode" userId="8ea90d495940e546" providerId="LiveId" clId="{A012F0C1-FD45-4EC8-9EA1-C1A22CC0BD1D}" dt="2025-02-09T13:10:12.742" v="4198" actId="115"/>
          <ac:spMkLst>
            <pc:docMk/>
            <pc:sldMk cId="1246021298" sldId="279"/>
            <ac:spMk id="3" creationId="{4379BBF1-9BC2-6DCE-0154-8873469878A5}"/>
          </ac:spMkLst>
        </pc:spChg>
        <pc:graphicFrameChg chg="mod modGraphic">
          <ac:chgData name="Himanshu Manmode" userId="8ea90d495940e546" providerId="LiveId" clId="{A012F0C1-FD45-4EC8-9EA1-C1A22CC0BD1D}" dt="2025-02-03T14:44:29.816" v="1248" actId="21"/>
          <ac:graphicFrameMkLst>
            <pc:docMk/>
            <pc:sldMk cId="1246021298" sldId="279"/>
            <ac:graphicFrameMk id="8" creationId="{7E5E2BDF-8ED2-40CB-B07C-B015E1420EA8}"/>
          </ac:graphicFrameMkLst>
        </pc:graphicFrameChg>
        <pc:graphicFrameChg chg="add mod">
          <ac:chgData name="Himanshu Manmode" userId="8ea90d495940e546" providerId="LiveId" clId="{A012F0C1-FD45-4EC8-9EA1-C1A22CC0BD1D}" dt="2025-02-12T18:21:40.625" v="4226"/>
          <ac:graphicFrameMkLst>
            <pc:docMk/>
            <pc:sldMk cId="1246021298" sldId="279"/>
            <ac:graphicFrameMk id="14" creationId="{2A49255A-0483-6BA4-5B02-1D428CEB6D1B}"/>
          </ac:graphicFrameMkLst>
        </pc:graphicFrameChg>
      </pc:sldChg>
      <pc:sldChg chg="addSp delSp modSp mod ord modTransition">
        <pc:chgData name="Himanshu Manmode" userId="8ea90d495940e546" providerId="LiveId" clId="{A012F0C1-FD45-4EC8-9EA1-C1A22CC0BD1D}" dt="2025-02-09T13:15:21.831" v="4214"/>
        <pc:sldMkLst>
          <pc:docMk/>
          <pc:sldMk cId="2107888131" sldId="281"/>
        </pc:sldMkLst>
        <pc:spChg chg="mod">
          <ac:chgData name="Himanshu Manmode" userId="8ea90d495940e546" providerId="LiveId" clId="{A012F0C1-FD45-4EC8-9EA1-C1A22CC0BD1D}" dt="2025-02-09T13:09:54.270" v="4195" actId="20577"/>
          <ac:spMkLst>
            <pc:docMk/>
            <pc:sldMk cId="2107888131" sldId="281"/>
            <ac:spMk id="31" creationId="{446CC6CC-33D7-4181-9969-72896FDB1901}"/>
          </ac:spMkLst>
        </pc:spChg>
        <pc:picChg chg="add mod">
          <ac:chgData name="Himanshu Manmode" userId="8ea90d495940e546" providerId="LiveId" clId="{A012F0C1-FD45-4EC8-9EA1-C1A22CC0BD1D}" dt="2025-01-31T19:29:25.819" v="1241" actId="14100"/>
          <ac:picMkLst>
            <pc:docMk/>
            <pc:sldMk cId="2107888131" sldId="281"/>
            <ac:picMk id="1026" creationId="{F5C7260E-0E00-4BB0-B986-C0BD9E4036FE}"/>
          </ac:picMkLst>
        </pc:picChg>
      </pc:sldChg>
      <pc:sldChg chg="del ord">
        <pc:chgData name="Himanshu Manmode" userId="8ea90d495940e546" providerId="LiveId" clId="{A012F0C1-FD45-4EC8-9EA1-C1A22CC0BD1D}" dt="2025-02-08T08:50:10.566" v="2661" actId="2696"/>
        <pc:sldMkLst>
          <pc:docMk/>
          <pc:sldMk cId="3157109385" sldId="282"/>
        </pc:sldMkLst>
      </pc:sldChg>
      <pc:sldChg chg="del">
        <pc:chgData name="Himanshu Manmode" userId="8ea90d495940e546" providerId="LiveId" clId="{A012F0C1-FD45-4EC8-9EA1-C1A22CC0BD1D}" dt="2025-02-08T08:49:56.894" v="2660" actId="2696"/>
        <pc:sldMkLst>
          <pc:docMk/>
          <pc:sldMk cId="2517140333" sldId="283"/>
        </pc:sldMkLst>
      </pc:sldChg>
      <pc:sldChg chg="addSp delSp modSp mod ord modTransition">
        <pc:chgData name="Himanshu Manmode" userId="8ea90d495940e546" providerId="LiveId" clId="{A012F0C1-FD45-4EC8-9EA1-C1A22CC0BD1D}" dt="2025-02-09T13:15:26.895" v="4216"/>
        <pc:sldMkLst>
          <pc:docMk/>
          <pc:sldMk cId="2624021206" sldId="284"/>
        </pc:sldMkLst>
        <pc:spChg chg="mod">
          <ac:chgData name="Himanshu Manmode" userId="8ea90d495940e546" providerId="LiveId" clId="{A012F0C1-FD45-4EC8-9EA1-C1A22CC0BD1D}" dt="2025-02-09T13:10:33.707" v="4200" actId="115"/>
          <ac:spMkLst>
            <pc:docMk/>
            <pc:sldMk cId="2624021206" sldId="284"/>
            <ac:spMk id="38" creationId="{478CB64C-71AF-6B72-8069-000DD250502E}"/>
          </ac:spMkLst>
        </pc:spChg>
        <pc:picChg chg="add mod">
          <ac:chgData name="Himanshu Manmode" userId="8ea90d495940e546" providerId="LiveId" clId="{A012F0C1-FD45-4EC8-9EA1-C1A22CC0BD1D}" dt="2025-01-31T19:12:35.327" v="1127" actId="1076"/>
          <ac:picMkLst>
            <pc:docMk/>
            <pc:sldMk cId="2624021206" sldId="284"/>
            <ac:picMk id="3" creationId="{ACEC75BC-53E8-8DF8-86A6-D7A207D587A8}"/>
          </ac:picMkLst>
        </pc:picChg>
      </pc:sldChg>
      <pc:sldChg chg="del">
        <pc:chgData name="Himanshu Manmode" userId="8ea90d495940e546" providerId="LiveId" clId="{A012F0C1-FD45-4EC8-9EA1-C1A22CC0BD1D}" dt="2025-02-08T08:49:36.711" v="2657" actId="2696"/>
        <pc:sldMkLst>
          <pc:docMk/>
          <pc:sldMk cId="3760906987" sldId="285"/>
        </pc:sldMkLst>
      </pc:sldChg>
      <pc:sldChg chg="delSp modSp del mod">
        <pc:chgData name="Himanshu Manmode" userId="8ea90d495940e546" providerId="LiveId" clId="{A012F0C1-FD45-4EC8-9EA1-C1A22CC0BD1D}" dt="2025-02-08T08:49:49.941" v="2659" actId="2696"/>
        <pc:sldMkLst>
          <pc:docMk/>
          <pc:sldMk cId="4157533387" sldId="288"/>
        </pc:sldMkLst>
      </pc:sldChg>
      <pc:sldChg chg="modSp mod modTransition">
        <pc:chgData name="Himanshu Manmode" userId="8ea90d495940e546" providerId="LiveId" clId="{A012F0C1-FD45-4EC8-9EA1-C1A22CC0BD1D}" dt="2025-02-09T13:20:40.655" v="4224"/>
        <pc:sldMkLst>
          <pc:docMk/>
          <pc:sldMk cId="529279411" sldId="289"/>
        </pc:sldMkLst>
        <pc:spChg chg="mod">
          <ac:chgData name="Himanshu Manmode" userId="8ea90d495940e546" providerId="LiveId" clId="{A012F0C1-FD45-4EC8-9EA1-C1A22CC0BD1D}" dt="2025-02-09T12:45:25.683" v="3920" actId="207"/>
          <ac:spMkLst>
            <pc:docMk/>
            <pc:sldMk cId="529279411" sldId="289"/>
            <ac:spMk id="24" creationId="{AD2C8D04-263D-9589-1CFF-A5968D7C33D7}"/>
          </ac:spMkLst>
        </pc:spChg>
        <pc:spChg chg="mod">
          <ac:chgData name="Himanshu Manmode" userId="8ea90d495940e546" providerId="LiveId" clId="{A012F0C1-FD45-4EC8-9EA1-C1A22CC0BD1D}" dt="2025-01-30T10:38:35.403" v="254" actId="207"/>
          <ac:spMkLst>
            <pc:docMk/>
            <pc:sldMk cId="529279411" sldId="289"/>
            <ac:spMk id="25" creationId="{B993E4D5-4AD0-4740-096D-6822944C8FF6}"/>
          </ac:spMkLst>
        </pc:spChg>
        <pc:picChg chg="mod">
          <ac:chgData name="Himanshu Manmode" userId="8ea90d495940e546" providerId="LiveId" clId="{A012F0C1-FD45-4EC8-9EA1-C1A22CC0BD1D}" dt="2025-01-31T16:23:50.289" v="469" actId="1076"/>
          <ac:picMkLst>
            <pc:docMk/>
            <pc:sldMk cId="529279411" sldId="289"/>
            <ac:picMk id="28" creationId="{B746A775-E65C-70F6-9DB4-E51F7F2DAECE}"/>
          </ac:picMkLst>
        </pc:picChg>
      </pc:sldChg>
      <pc:sldChg chg="addSp delSp modSp mod modTransition">
        <pc:chgData name="Himanshu Manmode" userId="8ea90d495940e546" providerId="LiveId" clId="{A012F0C1-FD45-4EC8-9EA1-C1A22CC0BD1D}" dt="2025-02-09T13:14:46.877" v="4209"/>
        <pc:sldMkLst>
          <pc:docMk/>
          <pc:sldMk cId="3898447929" sldId="292"/>
        </pc:sldMkLst>
        <pc:spChg chg="mod">
          <ac:chgData name="Himanshu Manmode" userId="8ea90d495940e546" providerId="LiveId" clId="{A012F0C1-FD45-4EC8-9EA1-C1A22CC0BD1D}" dt="2025-02-09T13:08:15.087" v="4187" actId="20577"/>
          <ac:spMkLst>
            <pc:docMk/>
            <pc:sldMk cId="3898447929" sldId="292"/>
            <ac:spMk id="7" creationId="{93A3B864-5E85-99D2-93E5-5CA1F4F35DC7}"/>
          </ac:spMkLst>
        </pc:spChg>
        <pc:spChg chg="mod">
          <ac:chgData name="Himanshu Manmode" userId="8ea90d495940e546" providerId="LiveId" clId="{A012F0C1-FD45-4EC8-9EA1-C1A22CC0BD1D}" dt="2025-02-09T13:08:43.068" v="4188" actId="115"/>
          <ac:spMkLst>
            <pc:docMk/>
            <pc:sldMk cId="3898447929" sldId="292"/>
            <ac:spMk id="9" creationId="{485E0237-B9A1-0B58-E0AA-05EF84817EB4}"/>
          </ac:spMkLst>
        </pc:spChg>
        <pc:picChg chg="add mod">
          <ac:chgData name="Himanshu Manmode" userId="8ea90d495940e546" providerId="LiveId" clId="{A012F0C1-FD45-4EC8-9EA1-C1A22CC0BD1D}" dt="2025-02-09T13:06:43.900" v="4180" actId="1076"/>
          <ac:picMkLst>
            <pc:docMk/>
            <pc:sldMk cId="3898447929" sldId="292"/>
            <ac:picMk id="2" creationId="{76560FE1-0D8D-1893-CE8D-7E54260652A0}"/>
          </ac:picMkLst>
        </pc:picChg>
      </pc:sldChg>
      <pc:sldChg chg="addSp delSp modSp mod modTransition">
        <pc:chgData name="Himanshu Manmode" userId="8ea90d495940e546" providerId="LiveId" clId="{A012F0C1-FD45-4EC8-9EA1-C1A22CC0BD1D}" dt="2025-02-09T13:15:44.210" v="4221"/>
        <pc:sldMkLst>
          <pc:docMk/>
          <pc:sldMk cId="4182148033" sldId="293"/>
        </pc:sldMkLst>
        <pc:spChg chg="add mod">
          <ac:chgData name="Himanshu Manmode" userId="8ea90d495940e546" providerId="LiveId" clId="{A012F0C1-FD45-4EC8-9EA1-C1A22CC0BD1D}" dt="2025-02-09T13:12:01.255" v="4207" actId="1076"/>
          <ac:spMkLst>
            <pc:docMk/>
            <pc:sldMk cId="4182148033" sldId="293"/>
            <ac:spMk id="3" creationId="{36E17482-010A-4A54-5F74-5F5AD98104AF}"/>
          </ac:spMkLst>
        </pc:spChg>
        <pc:spChg chg="mod">
          <ac:chgData name="Himanshu Manmode" userId="8ea90d495940e546" providerId="LiveId" clId="{A012F0C1-FD45-4EC8-9EA1-C1A22CC0BD1D}" dt="2025-02-09T13:12:07.990" v="4208" actId="1076"/>
          <ac:spMkLst>
            <pc:docMk/>
            <pc:sldMk cId="4182148033" sldId="293"/>
            <ac:spMk id="35" creationId="{2C8E94EA-2767-D144-C1BB-32AA2C99723B}"/>
          </ac:spMkLst>
        </pc:spChg>
        <pc:spChg chg="mod">
          <ac:chgData name="Himanshu Manmode" userId="8ea90d495940e546" providerId="LiveId" clId="{A012F0C1-FD45-4EC8-9EA1-C1A22CC0BD1D}" dt="2025-02-09T12:55:51.429" v="4141" actId="207"/>
          <ac:spMkLst>
            <pc:docMk/>
            <pc:sldMk cId="4182148033" sldId="293"/>
            <ac:spMk id="37" creationId="{16D3C8BC-FB28-3127-D29E-D4195120A3CA}"/>
          </ac:spMkLst>
        </pc:spChg>
        <pc:spChg chg="mod">
          <ac:chgData name="Himanshu Manmode" userId="8ea90d495940e546" providerId="LiveId" clId="{A012F0C1-FD45-4EC8-9EA1-C1A22CC0BD1D}" dt="2025-02-08T08:44:54.735" v="2573"/>
          <ac:spMkLst>
            <pc:docMk/>
            <pc:sldMk cId="4182148033" sldId="293"/>
            <ac:spMk id="43" creationId="{520E98B6-7B33-8FD4-A662-31DD4B85E22E}"/>
          </ac:spMkLst>
        </pc:spChg>
        <pc:spChg chg="mod">
          <ac:chgData name="Himanshu Manmode" userId="8ea90d495940e546" providerId="LiveId" clId="{A012F0C1-FD45-4EC8-9EA1-C1A22CC0BD1D}" dt="2025-02-09T13:11:50.310" v="4206" actId="115"/>
          <ac:spMkLst>
            <pc:docMk/>
            <pc:sldMk cId="4182148033" sldId="293"/>
            <ac:spMk id="60" creationId="{0031CE36-F77D-3964-C169-771DBA49D28A}"/>
          </ac:spMkLst>
        </pc:spChg>
      </pc:sldChg>
      <pc:sldChg chg="delSp modSp mod ord modTransition">
        <pc:chgData name="Himanshu Manmode" userId="8ea90d495940e546" providerId="LiveId" clId="{A012F0C1-FD45-4EC8-9EA1-C1A22CC0BD1D}" dt="2025-02-09T13:15:13.581" v="4213"/>
        <pc:sldMkLst>
          <pc:docMk/>
          <pc:sldMk cId="32955924" sldId="294"/>
        </pc:sldMkLst>
        <pc:spChg chg="mod">
          <ac:chgData name="Himanshu Manmode" userId="8ea90d495940e546" providerId="LiveId" clId="{A012F0C1-FD45-4EC8-9EA1-C1A22CC0BD1D}" dt="2025-02-09T13:09:27.684" v="4191" actId="115"/>
          <ac:spMkLst>
            <pc:docMk/>
            <pc:sldMk cId="32955924" sldId="294"/>
            <ac:spMk id="4" creationId="{8A610345-FF40-D90A-5C88-A462A10E487B}"/>
          </ac:spMkLst>
        </pc:spChg>
        <pc:spChg chg="mod">
          <ac:chgData name="Himanshu Manmode" userId="8ea90d495940e546" providerId="LiveId" clId="{A012F0C1-FD45-4EC8-9EA1-C1A22CC0BD1D}" dt="2025-01-31T17:40:29.708" v="706" actId="20577"/>
          <ac:spMkLst>
            <pc:docMk/>
            <pc:sldMk cId="32955924" sldId="294"/>
            <ac:spMk id="6" creationId="{613663CA-BA5A-41E7-1FBE-D38846DFEF75}"/>
          </ac:spMkLst>
        </pc:spChg>
        <pc:spChg chg="mod">
          <ac:chgData name="Himanshu Manmode" userId="8ea90d495940e546" providerId="LiveId" clId="{A012F0C1-FD45-4EC8-9EA1-C1A22CC0BD1D}" dt="2025-01-31T17:37:33.569" v="696" actId="14100"/>
          <ac:spMkLst>
            <pc:docMk/>
            <pc:sldMk cId="32955924" sldId="294"/>
            <ac:spMk id="11" creationId="{02CEC6EF-006F-693B-5D79-47FD797CB22B}"/>
          </ac:spMkLst>
        </pc:spChg>
      </pc:sldChg>
      <pc:sldChg chg="del">
        <pc:chgData name="Himanshu Manmode" userId="8ea90d495940e546" providerId="LiveId" clId="{A012F0C1-FD45-4EC8-9EA1-C1A22CC0BD1D}" dt="2025-02-08T08:37:20.102" v="2536" actId="47"/>
        <pc:sldMkLst>
          <pc:docMk/>
          <pc:sldMk cId="2519727083" sldId="295"/>
        </pc:sldMkLst>
      </pc:sldChg>
      <pc:sldChg chg="addSp delSp modSp add mod ord modTransition">
        <pc:chgData name="Himanshu Manmode" userId="8ea90d495940e546" providerId="LiveId" clId="{A012F0C1-FD45-4EC8-9EA1-C1A22CC0BD1D}" dt="2025-02-09T13:15:31.380" v="4217"/>
        <pc:sldMkLst>
          <pc:docMk/>
          <pc:sldMk cId="3337460414" sldId="296"/>
        </pc:sldMkLst>
        <pc:spChg chg="mod">
          <ac:chgData name="Himanshu Manmode" userId="8ea90d495940e546" providerId="LiveId" clId="{A012F0C1-FD45-4EC8-9EA1-C1A22CC0BD1D}" dt="2025-02-09T13:10:56.419" v="4203" actId="207"/>
          <ac:spMkLst>
            <pc:docMk/>
            <pc:sldMk cId="3337460414" sldId="296"/>
            <ac:spMk id="4" creationId="{048E17C3-9C64-7361-021A-19D28E5C8A7E}"/>
          </ac:spMkLst>
        </pc:spChg>
        <pc:spChg chg="add mod">
          <ac:chgData name="Himanshu Manmode" userId="8ea90d495940e546" providerId="LiveId" clId="{A012F0C1-FD45-4EC8-9EA1-C1A22CC0BD1D}" dt="2025-02-08T09:40:17.138" v="2742" actId="207"/>
          <ac:spMkLst>
            <pc:docMk/>
            <pc:sldMk cId="3337460414" sldId="296"/>
            <ac:spMk id="5" creationId="{3934768E-BE7B-4B3D-2C4B-225FCC5A173D}"/>
          </ac:spMkLst>
        </pc:spChg>
        <pc:spChg chg="mod">
          <ac:chgData name="Himanshu Manmode" userId="8ea90d495940e546" providerId="LiveId" clId="{A012F0C1-FD45-4EC8-9EA1-C1A22CC0BD1D}" dt="2025-02-07T06:40:00.186" v="1423" actId="20577"/>
          <ac:spMkLst>
            <pc:docMk/>
            <pc:sldMk cId="3337460414" sldId="296"/>
            <ac:spMk id="6" creationId="{DB90753E-625D-5407-87C1-240AFB975FFF}"/>
          </ac:spMkLst>
        </pc:spChg>
      </pc:sldChg>
      <pc:sldChg chg="delSp modSp add mod modTransition">
        <pc:chgData name="Himanshu Manmode" userId="8ea90d495940e546" providerId="LiveId" clId="{A012F0C1-FD45-4EC8-9EA1-C1A22CC0BD1D}" dt="2025-02-09T13:15:35.643" v="4218"/>
        <pc:sldMkLst>
          <pc:docMk/>
          <pc:sldMk cId="320224389" sldId="297"/>
        </pc:sldMkLst>
        <pc:spChg chg="mod">
          <ac:chgData name="Himanshu Manmode" userId="8ea90d495940e546" providerId="LiveId" clId="{A012F0C1-FD45-4EC8-9EA1-C1A22CC0BD1D}" dt="2025-02-07T07:21:35.571" v="1705" actId="1076"/>
          <ac:spMkLst>
            <pc:docMk/>
            <pc:sldMk cId="320224389" sldId="297"/>
            <ac:spMk id="35" creationId="{EB6E2D1F-9F87-CC63-1FA5-8DB8D69DA7CD}"/>
          </ac:spMkLst>
        </pc:spChg>
        <pc:spChg chg="mod">
          <ac:chgData name="Himanshu Manmode" userId="8ea90d495940e546" providerId="LiveId" clId="{A012F0C1-FD45-4EC8-9EA1-C1A22CC0BD1D}" dt="2025-02-07T07:21:21.345" v="1703" actId="1076"/>
          <ac:spMkLst>
            <pc:docMk/>
            <pc:sldMk cId="320224389" sldId="297"/>
            <ac:spMk id="37" creationId="{68F761C0-F127-8361-B565-07FA4FD56847}"/>
          </ac:spMkLst>
        </pc:spChg>
        <pc:spChg chg="mod">
          <ac:chgData name="Himanshu Manmode" userId="8ea90d495940e546" providerId="LiveId" clId="{A012F0C1-FD45-4EC8-9EA1-C1A22CC0BD1D}" dt="2025-02-07T07:24:36.672" v="1803" actId="14100"/>
          <ac:spMkLst>
            <pc:docMk/>
            <pc:sldMk cId="320224389" sldId="297"/>
            <ac:spMk id="43" creationId="{E1E58E69-73B3-A093-1268-1CB95A8762EE}"/>
          </ac:spMkLst>
        </pc:spChg>
        <pc:spChg chg="mod">
          <ac:chgData name="Himanshu Manmode" userId="8ea90d495940e546" providerId="LiveId" clId="{A012F0C1-FD45-4EC8-9EA1-C1A22CC0BD1D}" dt="2025-02-07T07:24:42.257" v="1804" actId="14100"/>
          <ac:spMkLst>
            <pc:docMk/>
            <pc:sldMk cId="320224389" sldId="297"/>
            <ac:spMk id="44" creationId="{9943FC1E-8F76-08F8-7903-F68B1FFED172}"/>
          </ac:spMkLst>
        </pc:spChg>
        <pc:spChg chg="mod">
          <ac:chgData name="Himanshu Manmode" userId="8ea90d495940e546" providerId="LiveId" clId="{A012F0C1-FD45-4EC8-9EA1-C1A22CC0BD1D}" dt="2025-02-07T07:24:25.440" v="1802" actId="20577"/>
          <ac:spMkLst>
            <pc:docMk/>
            <pc:sldMk cId="320224389" sldId="297"/>
            <ac:spMk id="60" creationId="{4B40365B-D751-7ABC-FE17-7663718803FE}"/>
          </ac:spMkLst>
        </pc:spChg>
      </pc:sldChg>
      <pc:sldChg chg="addSp delSp modSp add mod ord modTransition">
        <pc:chgData name="Himanshu Manmode" userId="8ea90d495940e546" providerId="LiveId" clId="{A012F0C1-FD45-4EC8-9EA1-C1A22CC0BD1D}" dt="2025-02-09T13:15:39.060" v="4219"/>
        <pc:sldMkLst>
          <pc:docMk/>
          <pc:sldMk cId="2418901356" sldId="298"/>
        </pc:sldMkLst>
        <pc:spChg chg="mod">
          <ac:chgData name="Himanshu Manmode" userId="8ea90d495940e546" providerId="LiveId" clId="{A012F0C1-FD45-4EC8-9EA1-C1A22CC0BD1D}" dt="2025-02-09T13:11:17.805" v="4204" actId="207"/>
          <ac:spMkLst>
            <pc:docMk/>
            <pc:sldMk cId="2418901356" sldId="298"/>
            <ac:spMk id="8" creationId="{97836C0A-8E4B-B4EA-F206-10AD29EB50F9}"/>
          </ac:spMkLst>
        </pc:spChg>
        <pc:spChg chg="mod">
          <ac:chgData name="Himanshu Manmode" userId="8ea90d495940e546" providerId="LiveId" clId="{A012F0C1-FD45-4EC8-9EA1-C1A22CC0BD1D}" dt="2025-02-07T08:01:38.956" v="1850"/>
          <ac:spMkLst>
            <pc:docMk/>
            <pc:sldMk cId="2418901356" sldId="298"/>
            <ac:spMk id="9" creationId="{2DA06DF1-64F3-DFB0-BC0C-EFEFA1058C68}"/>
          </ac:spMkLst>
        </pc:spChg>
        <pc:spChg chg="mod">
          <ac:chgData name="Himanshu Manmode" userId="8ea90d495940e546" providerId="LiveId" clId="{A012F0C1-FD45-4EC8-9EA1-C1A22CC0BD1D}" dt="2025-02-08T08:17:07.480" v="2035" actId="20577"/>
          <ac:spMkLst>
            <pc:docMk/>
            <pc:sldMk cId="2418901356" sldId="298"/>
            <ac:spMk id="10" creationId="{5C2ACF20-A1CF-2A0C-331D-454B90EC37D5}"/>
          </ac:spMkLst>
        </pc:spChg>
        <pc:spChg chg="mod">
          <ac:chgData name="Himanshu Manmode" userId="8ea90d495940e546" providerId="LiveId" clId="{A012F0C1-FD45-4EC8-9EA1-C1A22CC0BD1D}" dt="2025-02-08T08:15:24.765" v="1997" actId="1076"/>
          <ac:spMkLst>
            <pc:docMk/>
            <pc:sldMk cId="2418901356" sldId="298"/>
            <ac:spMk id="11" creationId="{CEA9AE65-9DA9-92B3-30B8-2EFAAAE1438A}"/>
          </ac:spMkLst>
        </pc:spChg>
        <pc:spChg chg="mod">
          <ac:chgData name="Himanshu Manmode" userId="8ea90d495940e546" providerId="LiveId" clId="{A012F0C1-FD45-4EC8-9EA1-C1A22CC0BD1D}" dt="2025-02-08T08:15:20.584" v="1996" actId="1076"/>
          <ac:spMkLst>
            <pc:docMk/>
            <pc:sldMk cId="2418901356" sldId="298"/>
            <ac:spMk id="13" creationId="{87E6C69D-84ED-C56F-FB85-63E92951D388}"/>
          </ac:spMkLst>
        </pc:spChg>
      </pc:sldChg>
      <pc:sldChg chg="add del">
        <pc:chgData name="Himanshu Manmode" userId="8ea90d495940e546" providerId="LiveId" clId="{A012F0C1-FD45-4EC8-9EA1-C1A22CC0BD1D}" dt="2025-02-07T07:02:28.306" v="1636"/>
        <pc:sldMkLst>
          <pc:docMk/>
          <pc:sldMk cId="2919078666" sldId="298"/>
        </pc:sldMkLst>
      </pc:sldChg>
      <pc:sldChg chg="add del">
        <pc:chgData name="Himanshu Manmode" userId="8ea90d495940e546" providerId="LiveId" clId="{A012F0C1-FD45-4EC8-9EA1-C1A22CC0BD1D}" dt="2025-02-07T07:17:52.037" v="1639"/>
        <pc:sldMkLst>
          <pc:docMk/>
          <pc:sldMk cId="4107351033" sldId="298"/>
        </pc:sldMkLst>
      </pc:sldChg>
      <pc:sldChg chg="modSp add del mod ord">
        <pc:chgData name="Himanshu Manmode" userId="8ea90d495940e546" providerId="LiveId" clId="{A012F0C1-FD45-4EC8-9EA1-C1A22CC0BD1D}" dt="2025-02-08T08:50:25.404" v="2662" actId="2696"/>
        <pc:sldMkLst>
          <pc:docMk/>
          <pc:sldMk cId="3940662448" sldId="299"/>
        </pc:sldMkLst>
      </pc:sldChg>
      <pc:sldChg chg="add del">
        <pc:chgData name="Himanshu Manmode" userId="8ea90d495940e546" providerId="LiveId" clId="{A012F0C1-FD45-4EC8-9EA1-C1A22CC0BD1D}" dt="2025-02-08T08:20:09.211" v="2182"/>
        <pc:sldMkLst>
          <pc:docMk/>
          <pc:sldMk cId="1954960127" sldId="300"/>
        </pc:sldMkLst>
      </pc:sldChg>
      <pc:sldChg chg="delSp modSp add mod ord modTransition">
        <pc:chgData name="Himanshu Manmode" userId="8ea90d495940e546" providerId="LiveId" clId="{A012F0C1-FD45-4EC8-9EA1-C1A22CC0BD1D}" dt="2025-02-09T13:15:41.362" v="4220"/>
        <pc:sldMkLst>
          <pc:docMk/>
          <pc:sldMk cId="4269286026" sldId="300"/>
        </pc:sldMkLst>
        <pc:spChg chg="mod">
          <ac:chgData name="Himanshu Manmode" userId="8ea90d495940e546" providerId="LiveId" clId="{A012F0C1-FD45-4EC8-9EA1-C1A22CC0BD1D}" dt="2025-02-09T13:11:31.565" v="4205" actId="207"/>
          <ac:spMkLst>
            <pc:docMk/>
            <pc:sldMk cId="4269286026" sldId="300"/>
            <ac:spMk id="8" creationId="{D34E7088-BF6E-ABF7-6CEF-5AC68FF9C5CF}"/>
          </ac:spMkLst>
        </pc:spChg>
        <pc:spChg chg="mod">
          <ac:chgData name="Himanshu Manmode" userId="8ea90d495940e546" providerId="LiveId" clId="{A012F0C1-FD45-4EC8-9EA1-C1A22CC0BD1D}" dt="2025-02-08T08:35:54.558" v="2533" actId="14100"/>
          <ac:spMkLst>
            <pc:docMk/>
            <pc:sldMk cId="4269286026" sldId="300"/>
            <ac:spMk id="9" creationId="{8C8519FE-1E11-82D6-7D3D-15FA12FB04D4}"/>
          </ac:spMkLst>
        </pc:spChg>
        <pc:spChg chg="mod">
          <ac:chgData name="Himanshu Manmode" userId="8ea90d495940e546" providerId="LiveId" clId="{A012F0C1-FD45-4EC8-9EA1-C1A22CC0BD1D}" dt="2025-02-08T08:24:37.461" v="2237" actId="255"/>
          <ac:spMkLst>
            <pc:docMk/>
            <pc:sldMk cId="4269286026" sldId="300"/>
            <ac:spMk id="10" creationId="{EFA7796A-A322-EB41-DF34-15A78ED62F54}"/>
          </ac:spMkLst>
        </pc:spChg>
        <pc:spChg chg="mod">
          <ac:chgData name="Himanshu Manmode" userId="8ea90d495940e546" providerId="LiveId" clId="{A012F0C1-FD45-4EC8-9EA1-C1A22CC0BD1D}" dt="2025-02-08T08:28:32.734" v="2327" actId="20577"/>
          <ac:spMkLst>
            <pc:docMk/>
            <pc:sldMk cId="4269286026" sldId="300"/>
            <ac:spMk id="11" creationId="{52089AD6-4503-6DBD-ECAD-547D93BA24CB}"/>
          </ac:spMkLst>
        </pc:spChg>
        <pc:spChg chg="mod">
          <ac:chgData name="Himanshu Manmode" userId="8ea90d495940e546" providerId="LiveId" clId="{A012F0C1-FD45-4EC8-9EA1-C1A22CC0BD1D}" dt="2025-02-08T08:33:15.846" v="2408" actId="14100"/>
          <ac:spMkLst>
            <pc:docMk/>
            <pc:sldMk cId="4269286026" sldId="300"/>
            <ac:spMk id="12" creationId="{78153BFE-28D4-F478-AA88-03716055CA8F}"/>
          </ac:spMkLst>
        </pc:spChg>
        <pc:spChg chg="mod">
          <ac:chgData name="Himanshu Manmode" userId="8ea90d495940e546" providerId="LiveId" clId="{A012F0C1-FD45-4EC8-9EA1-C1A22CC0BD1D}" dt="2025-02-08T08:51:38.727" v="2666" actId="20577"/>
          <ac:spMkLst>
            <pc:docMk/>
            <pc:sldMk cId="4269286026" sldId="300"/>
            <ac:spMk id="13" creationId="{49265177-79B9-0F37-67D3-41E277CB1552}"/>
          </ac:spMkLst>
        </pc:spChg>
        <pc:spChg chg="mod">
          <ac:chgData name="Himanshu Manmode" userId="8ea90d495940e546" providerId="LiveId" clId="{A012F0C1-FD45-4EC8-9EA1-C1A22CC0BD1D}" dt="2025-02-08T08:51:44.630" v="2667" actId="20577"/>
          <ac:spMkLst>
            <pc:docMk/>
            <pc:sldMk cId="4269286026" sldId="300"/>
            <ac:spMk id="14" creationId="{7F69A563-4B56-C3EB-A070-6B6CB6E917B4}"/>
          </ac:spMkLst>
        </pc:spChg>
      </pc:sldChg>
      <pc:sldChg chg="del">
        <pc:chgData name="Himanshu Manmode" userId="8ea90d495940e546" providerId="LiveId" clId="{A012F0C1-FD45-4EC8-9EA1-C1A22CC0BD1D}" dt="2025-02-08T08:49:43.755" v="2658" actId="2696"/>
        <pc:sldMkLst>
          <pc:docMk/>
          <pc:sldMk cId="3365792851" sldId="301"/>
        </pc:sldMkLst>
      </pc:sldChg>
      <pc:sldChg chg="addSp delSp modSp add mod ord modTransition">
        <pc:chgData name="Himanshu Manmode" userId="8ea90d495940e546" providerId="LiveId" clId="{A012F0C1-FD45-4EC8-9EA1-C1A22CC0BD1D}" dt="2025-02-09T13:20:44.038" v="4225"/>
        <pc:sldMkLst>
          <pc:docMk/>
          <pc:sldMk cId="3666845453" sldId="301"/>
        </pc:sldMkLst>
        <pc:spChg chg="mod">
          <ac:chgData name="Himanshu Manmode" userId="8ea90d495940e546" providerId="LiveId" clId="{A012F0C1-FD45-4EC8-9EA1-C1A22CC0BD1D}" dt="2025-02-08T09:48:52.165" v="3137" actId="20577"/>
          <ac:spMkLst>
            <pc:docMk/>
            <pc:sldMk cId="3666845453" sldId="301"/>
            <ac:spMk id="3" creationId="{2766C627-3D2D-FFB7-27CA-7B5EEC643204}"/>
          </ac:spMkLst>
        </pc:spChg>
        <pc:spChg chg="mod">
          <ac:chgData name="Himanshu Manmode" userId="8ea90d495940e546" providerId="LiveId" clId="{A012F0C1-FD45-4EC8-9EA1-C1A22CC0BD1D}" dt="2025-02-09T13:20:16.953" v="4223" actId="14100"/>
          <ac:spMkLst>
            <pc:docMk/>
            <pc:sldMk cId="3666845453" sldId="301"/>
            <ac:spMk id="37" creationId="{5ABA88D0-28D8-2539-24DB-82A5931FBFE6}"/>
          </ac:spMkLst>
        </pc:spChg>
        <pc:spChg chg="mod">
          <ac:chgData name="Himanshu Manmode" userId="8ea90d495940e546" providerId="LiveId" clId="{A012F0C1-FD45-4EC8-9EA1-C1A22CC0BD1D}" dt="2025-02-09T12:58:11.977" v="4146" actId="1076"/>
          <ac:spMkLst>
            <pc:docMk/>
            <pc:sldMk cId="3666845453" sldId="301"/>
            <ac:spMk id="43" creationId="{D1C98031-C333-10E3-534A-EC5A235F1E23}"/>
          </ac:spMkLst>
        </pc:spChg>
        <pc:spChg chg="add del mod">
          <ac:chgData name="Himanshu Manmode" userId="8ea90d495940e546" providerId="LiveId" clId="{A012F0C1-FD45-4EC8-9EA1-C1A22CC0BD1D}" dt="2025-02-09T12:58:17.074" v="4147" actId="1076"/>
          <ac:spMkLst>
            <pc:docMk/>
            <pc:sldMk cId="3666845453" sldId="301"/>
            <ac:spMk id="44" creationId="{56FB3DE3-F8FB-111B-F76D-14DAFFDC9A1D}"/>
          </ac:spMkLst>
        </pc:spChg>
        <pc:spChg chg="add del mod">
          <ac:chgData name="Himanshu Manmode" userId="8ea90d495940e546" providerId="LiveId" clId="{A012F0C1-FD45-4EC8-9EA1-C1A22CC0BD1D}" dt="2025-02-09T12:58:27.296" v="4148" actId="1076"/>
          <ac:spMkLst>
            <pc:docMk/>
            <pc:sldMk cId="3666845453" sldId="301"/>
            <ac:spMk id="60" creationId="{EEEA9B3D-52E7-4C88-98C0-8AB23632F45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6111-D826-91CD-EF3B-4CC2538A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131E4-CC01-5D8F-5B67-253043002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BB557-582F-E3DF-06CC-7AE3072C0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10324-C263-8372-8389-1EF48AEEB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298406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3233-A70E-6E33-9A91-9937A182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07EB6-972C-BD7B-89DA-9D7ECD239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4D23E-46FE-BFA2-D45F-146BBF759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03EF-44D9-33DC-3F24-1D4CD3923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94461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AAC7-83DB-FE63-5FE3-A275B222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C0EA9-8338-7608-2999-0F6926A62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5EAD2-A864-0863-1395-D5307B14A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B9B46-B83A-E036-5ABA-C8724A24C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751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DEA1-C2FC-C1FC-ADBB-22843948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18542-E720-CB2A-54AD-C4CB36C97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A8823-AD68-292D-9809-53B99A49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B7EFE-AA5D-8D50-A702-B0BEA5D92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9056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FE78-9685-C518-E043-40BEF2DA2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EE70A-02AD-5BCB-D73C-947124BE5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9A5E0-8F75-5090-C976-DD3F9979A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1FC93-C160-5C7C-4989-893B989C3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25928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CER\OneDrive\Desktop\housing_data.xls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medium.com/towards-data-scienc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571" y="1206057"/>
            <a:ext cx="5698617" cy="2967135"/>
          </a:xfrm>
        </p:spPr>
        <p:txBody>
          <a:bodyPr/>
          <a:lstStyle/>
          <a:p>
            <a:pPr algn="l"/>
            <a:r>
              <a:rPr lang="en-IN" sz="2400" b="1" i="0" u="sng" strike="noStrike" baseline="0" dirty="0">
                <a:solidFill>
                  <a:srgbClr val="FF0000"/>
                </a:solidFill>
                <a:latin typeface="+mn-lt"/>
              </a:rPr>
              <a:t>Next-Hikes IT Solutions – Project </a:t>
            </a:r>
            <a:r>
              <a:rPr lang="en-IN" sz="2400" u="sng" dirty="0">
                <a:solidFill>
                  <a:srgbClr val="FF0000"/>
                </a:solidFill>
                <a:latin typeface="+mn-lt"/>
              </a:rPr>
              <a:t>-III</a:t>
            </a:r>
            <a:br>
              <a:rPr lang="en-IN" sz="1800" b="1" i="0" u="none" strike="noStrike" baseline="0" dirty="0">
                <a:solidFill>
                  <a:schemeClr val="accent4"/>
                </a:solidFill>
                <a:latin typeface="+mn-lt"/>
              </a:rPr>
            </a:br>
            <a:br>
              <a:rPr lang="en-IN" sz="1800" b="1" i="0" u="none" strike="noStrike" baseline="0" dirty="0">
                <a:solidFill>
                  <a:schemeClr val="accent4"/>
                </a:solidFill>
                <a:latin typeface="+mn-lt"/>
              </a:rPr>
            </a:br>
            <a:br>
              <a:rPr lang="en-IN" sz="2400" b="1" i="0" u="none" strike="noStrike" baseline="0" dirty="0">
                <a:solidFill>
                  <a:schemeClr val="accent4"/>
                </a:solidFill>
                <a:latin typeface="+mn-lt"/>
              </a:rPr>
            </a:br>
            <a:br>
              <a:rPr lang="en-IN" sz="2400" b="0" i="0" u="none" strike="noStrike" baseline="0" dirty="0">
                <a:solidFill>
                  <a:schemeClr val="accent4"/>
                </a:solidFill>
                <a:latin typeface="+mn-lt"/>
              </a:rPr>
            </a:br>
            <a:r>
              <a:rPr lang="en-US" sz="2400" b="1" i="0" u="none" strike="noStrike" baseline="0" dirty="0">
                <a:solidFill>
                  <a:schemeClr val="accent4"/>
                </a:solidFill>
                <a:latin typeface="+mn-lt"/>
              </a:rPr>
              <a:t>Exploratory Data Analysis (EDA) for Real Estate Pricing</a:t>
            </a:r>
            <a:br>
              <a:rPr lang="en-US" sz="2400" b="1" i="0" u="none" strike="noStrike" baseline="0" dirty="0">
                <a:solidFill>
                  <a:schemeClr val="accent4"/>
                </a:solidFill>
                <a:latin typeface="+mn-lt"/>
              </a:rPr>
            </a:br>
            <a:r>
              <a:rPr lang="en-IN" sz="1400" b="1" i="0" u="none" strike="noStrike" baseline="0" dirty="0">
                <a:solidFill>
                  <a:srgbClr val="000000"/>
                </a:solidFill>
                <a:latin typeface="+mn-lt"/>
              </a:rPr>
              <a:t>Unveiling the 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+mn-lt"/>
              </a:rPr>
              <a:t>Dynamics of House Valuation in a Dynamic Market </a:t>
            </a:r>
            <a:br>
              <a:rPr lang="en-US" sz="1800" b="1" i="0" u="none" strike="noStrike" baseline="0" dirty="0">
                <a:solidFill>
                  <a:schemeClr val="accent4"/>
                </a:solidFill>
                <a:latin typeface="+mn-lt"/>
              </a:rPr>
            </a:br>
            <a:endParaRPr lang="en-US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1571" y="4182715"/>
            <a:ext cx="3848078" cy="1799508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sz="1800" b="1" u="sng" dirty="0">
                <a:solidFill>
                  <a:schemeClr val="tx1"/>
                </a:solidFill>
                <a:cs typeface="Times New Roman" panose="02020603050405020304" pitchFamily="18" charset="0"/>
              </a:rPr>
              <a:t>Intern Name :- Himanshu Manmode</a:t>
            </a:r>
            <a:br>
              <a:rPr lang="en-US" sz="1800" b="1" u="sng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sz="1800" b="1" u="sng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                                                                     Digi chrome Academy </a:t>
            </a:r>
            <a:br>
              <a:rPr lang="en-US" sz="1800" b="1" u="sng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US" sz="1800" b="1" u="sng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                                                            hmanmode321@gmail.com</a:t>
            </a:r>
            <a:endParaRPr lang="en-US" b="1" u="sng" dirty="0">
              <a:solidFill>
                <a:schemeClr val="tx1"/>
              </a:solidFill>
            </a:endParaRP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6560FE1-0D8D-1893-CE8D-7E5426065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054"/>
            <a:ext cx="2380952" cy="8571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3" y="2140299"/>
            <a:ext cx="4991319" cy="1740114"/>
          </a:xfrm>
        </p:spPr>
        <p:txBody>
          <a:bodyPr/>
          <a:lstStyle/>
          <a:p>
            <a:r>
              <a:rPr lang="en-US" altLang="zh-CN" sz="3600" u="sng" dirty="0">
                <a:solidFill>
                  <a:srgbClr val="7030A0"/>
                </a:solidFill>
                <a:latin typeface="+mn-lt"/>
              </a:rPr>
              <a:t>Overview Of the project</a:t>
            </a:r>
            <a:endParaRPr lang="en-US" sz="3600" u="sng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64697" y="1085572"/>
            <a:ext cx="1913128" cy="105472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66142" y="1085572"/>
            <a:ext cx="1904890" cy="105472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IMPORTANCE OF EDA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12619" y="2854056"/>
            <a:ext cx="1914694" cy="108919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STEPS IN </a:t>
            </a:r>
            <a:r>
              <a:rPr lang="en-IN" b="1" dirty="0">
                <a:solidFill>
                  <a:srgbClr val="FF0000"/>
                </a:solidFill>
              </a:rPr>
              <a:t>EDA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400321" y="2836126"/>
            <a:ext cx="1913128" cy="110712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FEATURE ENGINEERING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57904" y="4640601"/>
            <a:ext cx="1913128" cy="107568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MARKET TRENDS AND HISTORICAL PRICING</a:t>
            </a: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5" y="0"/>
            <a:ext cx="5117162" cy="1325563"/>
          </a:xfrm>
        </p:spPr>
        <p:txBody>
          <a:bodyPr/>
          <a:lstStyle/>
          <a:p>
            <a:r>
              <a:rPr lang="en-US" altLang="zh-CN" u="sng" dirty="0">
                <a:solidFill>
                  <a:schemeClr val="accent4"/>
                </a:solidFill>
                <a:latin typeface="+mn-lt"/>
              </a:rPr>
              <a:t>Introduction</a:t>
            </a:r>
            <a:endParaRPr lang="en-US" u="sng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6008" y="1496009"/>
            <a:ext cx="5265796" cy="5087036"/>
          </a:xfrm>
        </p:spPr>
        <p:txBody>
          <a:bodyPr/>
          <a:lstStyle/>
          <a:p>
            <a:r>
              <a:rPr lang="en-US" sz="1600" dirty="0"/>
              <a:t>Exploratory Data Analysis (EDA) is the process of analyzing datasets to summarize their main characteristics, often using visual methods. It helps to: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Identify patterns, trends, and relationships in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Detect missing values, outliers, and anomalies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Understand distributions and correlations among variables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Prepare data for further statistical modeling or machine learning</a:t>
            </a:r>
          </a:p>
          <a:p>
            <a:r>
              <a:rPr lang="en-US" sz="1600" dirty="0"/>
              <a:t>EDA typically involves techniques like summary statistics, data visualization (histograms, scatter plots, box plots), and correlation analysis to gain insights before applying predictive models.</a:t>
            </a:r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Placeholder 11" descr="People around a table on their laptop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105" y="485192"/>
            <a:ext cx="5569856" cy="5924939"/>
          </a:xfr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Market Size and Future forecast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AD8573BC-6C49-3482-48D4-07EDBBFC8E4C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 descr="A graph of sales in the market&#10;&#10;Description automatically generated with medium confidence">
            <a:extLst>
              <a:ext uri="{FF2B5EF4-FFF2-40B4-BE49-F238E27FC236}">
                <a16:creationId xmlns:a16="http://schemas.microsoft.com/office/drawing/2014/main" id="{6E4A95E6-08CB-8971-EB81-7545A169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30" y="1622510"/>
            <a:ext cx="11021094" cy="42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160" y="638691"/>
            <a:ext cx="6839338" cy="510896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Survey 2024-25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highlights a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robust performance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India's real estate market. Here are some key points:</a:t>
            </a: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RERA and GST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The Real Estate (Regulation and Development) Act (RERA) and Goods and Services Tax (GST) have brought transparency, protection against fraud, and timely project deliveries.</a:t>
            </a: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Growth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The residential real estate market saw an 11-year high in sales volume during the first half of 2024, with an 11% year-on-year growth in top cities.</a:t>
            </a: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Demand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Housing demand in India is expected to reach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93 million units by 2036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REITs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The rise of Real Estate Investment Trusts (REITs) has positively impacted the commercial sector.</a:t>
            </a: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85184" y="830424"/>
            <a:ext cx="6839337" cy="489857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242036" y="246328"/>
            <a:ext cx="4114800" cy="365125"/>
          </a:xfrm>
        </p:spPr>
        <p:txBody>
          <a:bodyPr/>
          <a:lstStyle/>
          <a:p>
            <a:r>
              <a:rPr lang="en-US" sz="2000" b="1" u="sng" dirty="0">
                <a:solidFill>
                  <a:srgbClr val="7030A0"/>
                </a:solidFill>
              </a:rPr>
              <a:t>The Economic Survey 2024-25</a:t>
            </a:r>
            <a:endParaRPr lang="en-US" sz="2000" b="1" u="sng" noProof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2722"/>
            <a:ext cx="10515600" cy="1325563"/>
          </a:xfrm>
        </p:spPr>
        <p:txBody>
          <a:bodyPr/>
          <a:lstStyle/>
          <a:p>
            <a:r>
              <a:rPr lang="en-US" u="sng" dirty="0">
                <a:solidFill>
                  <a:srgbClr val="7030A0"/>
                </a:solidFill>
                <a:latin typeface="+mn-lt"/>
              </a:rPr>
              <a:t>Importance Of EDA</a:t>
            </a:r>
          </a:p>
        </p:txBody>
      </p:sp>
      <p:pic>
        <p:nvPicPr>
          <p:cNvPr id="1026" name="Picture 2" descr="Importance of EDA">
            <a:extLst>
              <a:ext uri="{FF2B5EF4-FFF2-40B4-BE49-F238E27FC236}">
                <a16:creationId xmlns:a16="http://schemas.microsoft.com/office/drawing/2014/main" id="{F5C7260E-0E00-4BB0-B986-C0BD9E403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183"/>
            <a:ext cx="12192000" cy="428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6" y="1109307"/>
            <a:ext cx="10889796" cy="1418998"/>
          </a:xfrm>
        </p:spPr>
        <p:txBody>
          <a:bodyPr/>
          <a:lstStyle/>
          <a:p>
            <a:pPr algn="l"/>
            <a:r>
              <a:rPr lang="en-US" sz="3200" u="sng" dirty="0">
                <a:solidFill>
                  <a:srgbClr val="7030A0"/>
                </a:solidFill>
                <a:latin typeface="+mn-lt"/>
              </a:rPr>
              <a:t>Dataset Description </a:t>
            </a:r>
            <a:br>
              <a:rPr lang="en-US" sz="3200" dirty="0">
                <a:latin typeface="+mn-lt"/>
              </a:rPr>
            </a:br>
            <a:b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+mn-lt"/>
              </a:rPr>
              <a:t>The dataset comprises diverse parameters such as location, size, amenities, market trends, economic indicators, and historical transaction data. These variables contribute to the intricate web of pricing dynamics</a:t>
            </a:r>
            <a:endParaRPr lang="en-US" sz="3200" dirty="0">
              <a:latin typeface="+mn-lt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E5E2BDF-8ED2-40CB-B07C-B015E1420EA8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1789243874"/>
              </p:ext>
            </p:extLst>
          </p:nvPr>
        </p:nvGraphicFramePr>
        <p:xfrm>
          <a:off x="236476" y="2976757"/>
          <a:ext cx="8933385" cy="18754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786677">
                  <a:extLst>
                    <a:ext uri="{9D8B030D-6E8A-4147-A177-3AD203B41FA5}">
                      <a16:colId xmlns:a16="http://schemas.microsoft.com/office/drawing/2014/main" val="1457000769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1939741220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1728182267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3091143212"/>
                    </a:ext>
                  </a:extLst>
                </a:gridCol>
                <a:gridCol w="1786677">
                  <a:extLst>
                    <a:ext uri="{9D8B030D-6E8A-4147-A177-3AD203B41FA5}">
                      <a16:colId xmlns:a16="http://schemas.microsoft.com/office/drawing/2014/main" val="440248734"/>
                    </a:ext>
                  </a:extLst>
                </a:gridCol>
              </a:tblGrid>
              <a:tr h="375091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+mn-lt"/>
                          <a:cs typeface="Posterama" panose="020B0504020200020000" pitchFamily="34" charset="0"/>
                        </a:rPr>
                        <a:t>Columns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+mn-lt"/>
                          <a:cs typeface="Posterama" panose="020B0504020200020000" pitchFamily="34" charset="0"/>
                        </a:rPr>
                        <a:t>Range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+mn-lt"/>
                          <a:cs typeface="Posterama" panose="020B0504020200020000" pitchFamily="34" charset="0"/>
                        </a:rPr>
                        <a:t>Data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+mn-lt"/>
                          <a:cs typeface="Posterama" panose="020B0504020200020000" pitchFamily="34" charset="0"/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343578"/>
                  </a:ext>
                </a:extLst>
              </a:tr>
              <a:tr h="37509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6"/>
                          </a:solidFill>
                        </a:rPr>
                        <a:t>1460</a:t>
                      </a:r>
                      <a:endParaRPr lang="en-US" b="0" i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6"/>
                          </a:solidFill>
                        </a:rPr>
                        <a:t>80</a:t>
                      </a:r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0 to 1459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Int 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34691"/>
                  </a:ext>
                </a:extLst>
              </a:tr>
              <a:tr h="375091"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5783827"/>
                  </a:ext>
                </a:extLst>
              </a:tr>
              <a:tr h="375091"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Objects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436735"/>
                  </a:ext>
                </a:extLst>
              </a:tr>
              <a:tr h="375091"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+mn-lt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 i="0" dirty="0">
                        <a:solidFill>
                          <a:schemeClr val="accent6"/>
                        </a:solidFill>
                        <a:latin typeface="Posterama" panose="020B0504020200020000" pitchFamily="34" charset="0"/>
                        <a:cs typeface="Posterama" panose="020B050402020002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accent6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827937"/>
                  </a:ext>
                </a:extLst>
              </a:tr>
            </a:tbl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A49255A-0483-6BA4-5B02-1D428CEB6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99343"/>
              </p:ext>
            </p:extLst>
          </p:nvPr>
        </p:nvGraphicFramePr>
        <p:xfrm>
          <a:off x="236476" y="205827"/>
          <a:ext cx="212936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92685" progId="Excel.Sheet.12">
                  <p:link updateAutomatic="1"/>
                </p:oleObj>
              </mc:Choice>
              <mc:Fallback>
                <p:oleObj name="Worksheet" showAsIcon="1" r:id="rId3" imgW="914400" imgH="792685" progId="Excel.Sheet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2A49255A-0483-6BA4-5B02-1D428CEB6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476" y="205827"/>
                        <a:ext cx="2129365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>
                <a:solidFill>
                  <a:schemeClr val="accent4"/>
                </a:solidFill>
                <a:latin typeface="+mn-lt"/>
              </a:rPr>
              <a:t>Steps Involved In EDA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C75BC-53E8-8DF8-86A6-D7A207D58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09" y="1345380"/>
            <a:ext cx="11304552" cy="473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BF58-9BD9-AF57-CEA2-61F29C42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B90753E-625D-5407-87C1-240AFB97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160" y="638691"/>
            <a:ext cx="6839338" cy="5108966"/>
          </a:xfrm>
        </p:spPr>
        <p:txBody>
          <a:bodyPr/>
          <a:lstStyle/>
          <a:p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E17C3-9C64-7361-021A-19D28E5C8A7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5682343" y="638691"/>
            <a:ext cx="1978090" cy="718459"/>
          </a:xfrm>
        </p:spPr>
        <p:txBody>
          <a:bodyPr/>
          <a:lstStyle/>
          <a:p>
            <a:r>
              <a:rPr lang="en-US" sz="2400" b="1" u="sng" noProof="0" dirty="0">
                <a:solidFill>
                  <a:schemeClr val="accent4"/>
                </a:solidFill>
              </a:rPr>
              <a:t>Data Cleaning </a:t>
            </a:r>
          </a:p>
          <a:p>
            <a:endParaRPr lang="en-US" sz="2000" b="1" noProof="0" dirty="0"/>
          </a:p>
          <a:p>
            <a:endParaRPr lang="en-US" sz="2000" b="1" noProof="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934768E-BE7B-4B3D-2C4B-225FCC5A173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05534" y="1357150"/>
            <a:ext cx="4672693" cy="4147911"/>
          </a:xfrm>
        </p:spPr>
        <p:txBody>
          <a:bodyPr/>
          <a:lstStyle/>
          <a:p>
            <a:r>
              <a:rPr lang="en-IN" sz="20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Following steps taken for Data Cleaning</a:t>
            </a:r>
          </a:p>
          <a:p>
            <a:endParaRPr lang="en-IN" sz="20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Handling missing values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Removing duplicates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Outlier detection and treatment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Data transformation (e.g., encoding categorical variables)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Dropping Duplicates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Data Describe </a:t>
            </a:r>
          </a:p>
          <a:p>
            <a:pPr marL="342900" indent="-342900">
              <a:buFontTx/>
              <a:buChar char="-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3746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6FD4-373B-2581-B25D-44B4E46C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4B40365B-D751-7ABC-FE17-76637188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761" y="608527"/>
            <a:ext cx="6599429" cy="1325563"/>
          </a:xfrm>
        </p:spPr>
        <p:txBody>
          <a:bodyPr/>
          <a:lstStyle/>
          <a:p>
            <a:r>
              <a:rPr lang="en-US" sz="3600" u="sng" dirty="0">
                <a:solidFill>
                  <a:srgbClr val="FF0000"/>
                </a:solidFill>
                <a:latin typeface="+mn-lt"/>
              </a:rPr>
              <a:t>Univariate and Bivariate Analysis</a:t>
            </a:r>
            <a:br>
              <a:rPr lang="en-US" sz="3600" u="sng" dirty="0">
                <a:solidFill>
                  <a:srgbClr val="FF0000"/>
                </a:solidFill>
                <a:latin typeface="+mn-lt"/>
              </a:rPr>
            </a:br>
            <a:r>
              <a:rPr lang="en-US" sz="1600" u="sng" dirty="0">
                <a:solidFill>
                  <a:schemeClr val="tx1"/>
                </a:solidFill>
                <a:latin typeface="+mn-lt"/>
              </a:rPr>
              <a:t>All steps incorporated in </a:t>
            </a:r>
            <a:r>
              <a:rPr lang="en-US" sz="1600" u="sng" dirty="0" err="1">
                <a:solidFill>
                  <a:schemeClr val="tx1"/>
                </a:solidFill>
                <a:latin typeface="+mn-lt"/>
              </a:rPr>
              <a:t>jupyter</a:t>
            </a:r>
            <a:r>
              <a:rPr lang="en-US" sz="1600" u="sng" dirty="0">
                <a:solidFill>
                  <a:schemeClr val="tx1"/>
                </a:solidFill>
                <a:latin typeface="+mn-lt"/>
              </a:rPr>
              <a:t> notebook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C6CDDDC7-6FF3-4DDC-71CE-8A5A75F0DF40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8F761C0-F127-8361-B565-07FA4FD568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4761" y="2611484"/>
            <a:ext cx="2653545" cy="587964"/>
          </a:xfrm>
        </p:spPr>
        <p:txBody>
          <a:bodyPr/>
          <a:lstStyle/>
          <a:p>
            <a:r>
              <a:rPr lang="en-US" dirty="0"/>
              <a:t>**Univariate Analysis**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E1E58E69-73B3-A093-1268-1CB95A8762E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16245" y="3425530"/>
            <a:ext cx="2592061" cy="25180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 Distribution of key numerical variables (price, size, bedrooms, etc.)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Histograms and box plots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Summary statistics (mean, median, standard deviation)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EB6E2D1F-9F87-CC63-1FA5-8DB8D69DA7C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710807" y="2673936"/>
            <a:ext cx="3012438" cy="587964"/>
          </a:xfrm>
        </p:spPr>
        <p:txBody>
          <a:bodyPr/>
          <a:lstStyle/>
          <a:p>
            <a:r>
              <a:rPr lang="en-US" dirty="0"/>
              <a:t>**Bivariate Analysis**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943FC1E-8F76-08F8-7903-F68B1FFED17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54475" y="3425529"/>
            <a:ext cx="2898447" cy="243409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Relationship between price and size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 Correlation matrix for numerical variables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Scatter plots and pair plots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 Impact of categorical variables (location, type of house) on price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27BF-BD3D-EF92-0320-E367EC5D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836C0A-8E4B-B4EA-F206-10AD29EB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77" y="330279"/>
            <a:ext cx="4659527" cy="2277580"/>
          </a:xfrm>
        </p:spPr>
        <p:txBody>
          <a:bodyPr/>
          <a:lstStyle/>
          <a:p>
            <a:r>
              <a:rPr lang="en-US" sz="2600" u="sng" dirty="0">
                <a:solidFill>
                  <a:schemeClr val="accent6">
                    <a:lumMod val="50000"/>
                    <a:lumOff val="50000"/>
                  </a:schemeClr>
                </a:solidFill>
                <a:latin typeface="+mn-lt"/>
              </a:rPr>
              <a:t>Multivariate Analysis &amp; Geospatial Analysis</a:t>
            </a:r>
          </a:p>
        </p:txBody>
      </p:sp>
      <p:pic>
        <p:nvPicPr>
          <p:cNvPr id="192" name="Picture Placeholder 191" descr="Abacus with solid fill">
            <a:extLst>
              <a:ext uri="{FF2B5EF4-FFF2-40B4-BE49-F238E27FC236}">
                <a16:creationId xmlns:a16="http://schemas.microsoft.com/office/drawing/2014/main" id="{BB84ABA9-468B-12B9-299B-15CD8084B5DD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182" r="5182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A06DF1-64F3-DFB0-BC0C-EFEFA1058C6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sz="1800" u="sng" dirty="0">
                <a:latin typeface="+mn-lt"/>
              </a:rPr>
              <a:t>Multivariate Analysis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2ACF20-A1CF-2A0C-331D-454B90EC37D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71608" y="1469068"/>
            <a:ext cx="5265347" cy="2277580"/>
          </a:xfrm>
        </p:spPr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</a:rPr>
              <a:t>Multivariate data refers to datasets where each observation or sample point consists of multiple variables or features.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</a:rPr>
              <a:t>These variables can represent different aspects, characteristics, or measurements related to the observed phenomenon.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</a:rPr>
              <a:t>When dealing with three or more variables, the data is specifically categorized as multivariate.</a:t>
            </a:r>
          </a:p>
          <a:p>
            <a:r>
              <a:rPr lang="en-US" dirty="0">
                <a:solidFill>
                  <a:srgbClr val="273239"/>
                </a:solidFill>
              </a:rPr>
              <a:t>In this case we have covered multivariate analysis of variables such as  bedroom , lot area, sale prices etc. </a:t>
            </a:r>
            <a:endParaRPr lang="en-US" dirty="0"/>
          </a:p>
        </p:txBody>
      </p:sp>
      <p:pic>
        <p:nvPicPr>
          <p:cNvPr id="194" name="Picture Placeholder 193" descr="Bar graph with upward trend with solid fill">
            <a:extLst>
              <a:ext uri="{FF2B5EF4-FFF2-40B4-BE49-F238E27FC236}">
                <a16:creationId xmlns:a16="http://schemas.microsoft.com/office/drawing/2014/main" id="{FF5DD6C2-A7F7-5FC7-EB2A-B26E77733C24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61" r="2661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A9AE65-9DA9-92B3-30B8-2EFAAAE1438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74246" y="3934790"/>
            <a:ext cx="5162709" cy="420683"/>
          </a:xfrm>
        </p:spPr>
        <p:txBody>
          <a:bodyPr/>
          <a:lstStyle/>
          <a:p>
            <a:r>
              <a:rPr lang="en-US" sz="1800" u="sng" dirty="0">
                <a:latin typeface="+mn-lt"/>
              </a:rPr>
              <a:t>Geospatial Analysis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E6C69D-84ED-C56F-FB85-63E92951D3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60975" y="4543616"/>
            <a:ext cx="5162709" cy="1177789"/>
          </a:xfrm>
        </p:spPr>
        <p:txBody>
          <a:bodyPr/>
          <a:lstStyle/>
          <a:p>
            <a:r>
              <a:rPr lang="en-US" dirty="0"/>
              <a:t> Distribution of housing prices across different locations  </a:t>
            </a:r>
          </a:p>
          <a:p>
            <a:r>
              <a:rPr lang="en-US" dirty="0"/>
              <a:t> Heatmaps and density maps  </a:t>
            </a:r>
          </a:p>
          <a:p>
            <a:r>
              <a:rPr lang="en-US" dirty="0"/>
              <a:t>Insights from geographical trends</a:t>
            </a:r>
          </a:p>
        </p:txBody>
      </p:sp>
      <p:pic>
        <p:nvPicPr>
          <p:cNvPr id="196" name="Picture Placeholder 195" descr="Link with solid fill">
            <a:extLst>
              <a:ext uri="{FF2B5EF4-FFF2-40B4-BE49-F238E27FC236}">
                <a16:creationId xmlns:a16="http://schemas.microsoft.com/office/drawing/2014/main" id="{C4E3AA92-E695-A7DA-FB98-CDAE2D6860F8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528" r="252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1890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404B-159D-074E-27E7-07D75175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4E7088-BF6E-ABF7-6CEF-5AC68FF9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u="sng" dirty="0">
                <a:solidFill>
                  <a:schemeClr val="accent4"/>
                </a:solidFill>
                <a:latin typeface="+mn-lt"/>
              </a:rPr>
              <a:t>Feature -Engineering </a:t>
            </a:r>
            <a:endParaRPr lang="en-US" sz="3200" dirty="0">
              <a:solidFill>
                <a:schemeClr val="accent4"/>
              </a:solidFill>
            </a:endParaRPr>
          </a:p>
        </p:txBody>
      </p:sp>
      <p:pic>
        <p:nvPicPr>
          <p:cNvPr id="192" name="Picture Placeholder 191" descr="Abacus with solid fill">
            <a:extLst>
              <a:ext uri="{FF2B5EF4-FFF2-40B4-BE49-F238E27FC236}">
                <a16:creationId xmlns:a16="http://schemas.microsoft.com/office/drawing/2014/main" id="{7A661FBC-28FB-5942-6176-095591B31A40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182" r="5182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8519FE-1E11-82D6-7D3D-15FA12FB04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41951" y="880038"/>
            <a:ext cx="5192368" cy="565882"/>
          </a:xfrm>
        </p:spPr>
        <p:txBody>
          <a:bodyPr/>
          <a:lstStyle/>
          <a:p>
            <a:r>
              <a:rPr lang="en-US" dirty="0"/>
              <a:t>Feature Engineering </a:t>
            </a:r>
          </a:p>
          <a:p>
            <a:r>
              <a:rPr lang="en-US" sz="1400" b="0" i="0" dirty="0">
                <a:solidFill>
                  <a:srgbClr val="44678D"/>
                </a:solidFill>
                <a:effectLst/>
              </a:rPr>
              <a:t>“</a:t>
            </a:r>
            <a:r>
              <a:rPr lang="en-US" sz="1400" i="0" dirty="0">
                <a:solidFill>
                  <a:srgbClr val="44678D"/>
                </a:solidFill>
                <a:effectLst/>
              </a:rPr>
              <a:t>Feature engineering is the process of transforming raw data into features that are suitable for machine learning models</a:t>
            </a:r>
            <a:r>
              <a:rPr lang="en-US" sz="1400" b="0" i="0" dirty="0">
                <a:solidFill>
                  <a:srgbClr val="44678D"/>
                </a:solidFill>
                <a:effectLst/>
              </a:rPr>
              <a:t>”</a:t>
            </a:r>
            <a:endParaRPr lang="en-US" sz="1400" b="0" dirty="0">
              <a:solidFill>
                <a:srgbClr val="44678D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A7796A-A322-EB41-DF34-15A78ED62F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Creating new meaningful features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Transforming skewed variables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Handling categorical variables (One-Hot Encoding, Label Encoding) </a:t>
            </a:r>
          </a:p>
        </p:txBody>
      </p:sp>
      <p:pic>
        <p:nvPicPr>
          <p:cNvPr id="194" name="Picture Placeholder 193" descr="Bar graph with upward trend with solid fill">
            <a:extLst>
              <a:ext uri="{FF2B5EF4-FFF2-40B4-BE49-F238E27FC236}">
                <a16:creationId xmlns:a16="http://schemas.microsoft.com/office/drawing/2014/main" id="{4C536C1F-0FD8-85A8-F746-9F347C22B346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61" r="2661"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089AD6-4503-6DBD-ECAD-547D93BA24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New Features Created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9265177-79B9-0F37-67D3-41E277CB155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271609" y="3419684"/>
            <a:ext cx="5162708" cy="15244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Price Per Square Foot.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Age of the Property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Recent Renovation Indicator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Bedroom Density (</a:t>
            </a:r>
            <a:r>
              <a:rPr lang="en-US" sz="1600" dirty="0" err="1"/>
              <a:t>BedRoom</a:t>
            </a:r>
            <a:r>
              <a:rPr lang="en-US" sz="1600" dirty="0"/>
              <a:t> to Size Ratio)</a:t>
            </a:r>
          </a:p>
          <a:p>
            <a:endParaRPr lang="en-US" dirty="0"/>
          </a:p>
        </p:txBody>
      </p:sp>
      <p:pic>
        <p:nvPicPr>
          <p:cNvPr id="196" name="Picture Placeholder 195" descr="Link with solid fill">
            <a:extLst>
              <a:ext uri="{FF2B5EF4-FFF2-40B4-BE49-F238E27FC236}">
                <a16:creationId xmlns:a16="http://schemas.microsoft.com/office/drawing/2014/main" id="{451D7B5D-90D2-903D-44B3-B19A74FE2A37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528" r="2528"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153BFE-28D4-F478-AA88-03716055CA8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271607" y="4716042"/>
            <a:ext cx="5162709" cy="704340"/>
          </a:xfrm>
        </p:spPr>
        <p:txBody>
          <a:bodyPr/>
          <a:lstStyle/>
          <a:p>
            <a:r>
              <a:rPr lang="en-US" dirty="0"/>
              <a:t>Handling categorical variables (One-Hot Encoding, Label Encoding)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F69A563-4B56-C3EB-A070-6B6CB6E917B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250339" y="5582513"/>
            <a:ext cx="5162709" cy="16359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Handled Categorical Variable Such As Neighborhood in the dataset and incorporated In the </a:t>
            </a:r>
            <a:r>
              <a:rPr lang="en-US" sz="1600" dirty="0" err="1"/>
              <a:t>Jupyter</a:t>
            </a:r>
            <a:r>
              <a:rPr lang="en-US" sz="1600" dirty="0"/>
              <a:t> Notebook.</a:t>
            </a:r>
          </a:p>
        </p:txBody>
      </p:sp>
    </p:spTree>
    <p:extLst>
      <p:ext uri="{BB962C8B-B14F-4D97-AF65-F5344CB8AC3E}">
        <p14:creationId xmlns:p14="http://schemas.microsoft.com/office/powerpoint/2010/main" val="426928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40" y="50230"/>
            <a:ext cx="6599429" cy="499789"/>
          </a:xfrm>
        </p:spPr>
        <p:txBody>
          <a:bodyPr/>
          <a:lstStyle/>
          <a:p>
            <a:r>
              <a:rPr lang="en-US" sz="2800" u="sng" dirty="0">
                <a:solidFill>
                  <a:srgbClr val="FF0000"/>
                </a:solidFill>
                <a:latin typeface="+mn-lt"/>
              </a:rPr>
              <a:t>Key Findings &amp; Insights</a:t>
            </a: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6D3C8BC-FB28-3127-D29E-D4195120A3C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81019" y="550019"/>
            <a:ext cx="7987004" cy="3727715"/>
          </a:xfrm>
        </p:spPr>
        <p:txBody>
          <a:bodyPr/>
          <a:lstStyle/>
          <a:p>
            <a:r>
              <a:rPr lang="en-US" sz="1800" i="0" u="sng" strike="noStrike" baseline="0" dirty="0">
                <a:solidFill>
                  <a:schemeClr val="accent4"/>
                </a:solidFill>
              </a:rPr>
              <a:t>Feature Engineering and Size Impact: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Summary of trends in housing prices </a:t>
            </a:r>
          </a:p>
          <a:p>
            <a:pPr marL="285750" indent="-285750">
              <a:buFontTx/>
              <a:buChar char="-"/>
            </a:pPr>
            <a:r>
              <a:rPr lang="en-US" sz="1600" b="0" dirty="0"/>
              <a:t>#</a:t>
            </a:r>
            <a:r>
              <a:rPr lang="en-US" sz="1600" dirty="0"/>
              <a:t> </a:t>
            </a:r>
            <a:r>
              <a:rPr lang="en-US" sz="1600" b="0" dirty="0"/>
              <a:t>For higher price per square feet there are less buyers compare to the lower one .</a:t>
            </a:r>
          </a:p>
          <a:p>
            <a:pPr marL="285750" indent="-285750">
              <a:buFontTx/>
              <a:buChar char="-"/>
            </a:pPr>
            <a:r>
              <a:rPr lang="en-US" sz="1600" b="0" dirty="0"/>
              <a:t># lower is the property age higher is the price of the property </a:t>
            </a:r>
          </a:p>
          <a:p>
            <a:pPr marL="285750" indent="-285750">
              <a:buFontTx/>
              <a:buChar char="-"/>
            </a:pPr>
            <a:r>
              <a:rPr lang="en-US" sz="1600" b="0" dirty="0"/>
              <a:t># There is a direct correlation between amenities and price of the property 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Factors affecting house prices the most  </a:t>
            </a:r>
          </a:p>
          <a:p>
            <a:pPr marL="285750" indent="-285750">
              <a:buFontTx/>
              <a:buChar char="-"/>
            </a:pPr>
            <a:r>
              <a:rPr lang="en-US" sz="1600" b="0" dirty="0"/>
              <a:t># neighborhood , type of property , year of sale , amenities are factors that are affecting the price most</a:t>
            </a: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Anomalies and surprising discoveries </a:t>
            </a:r>
          </a:p>
          <a:p>
            <a:pPr marL="285750" indent="-285750">
              <a:buFontTx/>
              <a:buChar char="-"/>
            </a:pPr>
            <a:r>
              <a:rPr lang="en-US" sz="1600" b="0" dirty="0"/>
              <a:t>New features like  price square feet , age of the property has helped for the better price analysis </a:t>
            </a:r>
          </a:p>
          <a:p>
            <a:endParaRPr lang="en-US" sz="1600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C8E94EA-2767-D144-C1BB-32AA2C99723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341490" y="4183605"/>
            <a:ext cx="3012438" cy="2510312"/>
          </a:xfrm>
        </p:spPr>
        <p:txBody>
          <a:bodyPr/>
          <a:lstStyle/>
          <a:p>
            <a:r>
              <a:rPr lang="en-US" sz="1600" i="0" u="sng" strike="noStrike" baseline="0" dirty="0">
                <a:solidFill>
                  <a:schemeClr val="accent4"/>
                </a:solidFill>
              </a:rPr>
              <a:t>Market Trends and Historical Pricing</a:t>
            </a: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</a:rPr>
              <a:t># sale price is keep on fluctuating throughout the various years of sale</a:t>
            </a:r>
          </a:p>
          <a:p>
            <a:r>
              <a:rPr lang="en-US" sz="1600" b="0" i="0" u="none" strike="noStrike" baseline="0" dirty="0">
                <a:solidFill>
                  <a:srgbClr val="000000"/>
                </a:solidFill>
              </a:rPr>
              <a:t> # according to the market condition price also changes over the period of time </a:t>
            </a:r>
          </a:p>
          <a:p>
            <a:endParaRPr lang="en-US" dirty="0"/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36E17482-010A-4A54-5F74-5F5AD98104AF}"/>
              </a:ext>
            </a:extLst>
          </p:cNvPr>
          <p:cNvSpPr txBox="1">
            <a:spLocks/>
          </p:cNvSpPr>
          <p:nvPr/>
        </p:nvSpPr>
        <p:spPr>
          <a:xfrm>
            <a:off x="8163391" y="3937519"/>
            <a:ext cx="3012438" cy="27563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i="0" u="sng" strike="noStrike" baseline="0" dirty="0">
                <a:solidFill>
                  <a:schemeClr val="accent4"/>
                </a:solidFill>
              </a:rPr>
              <a:t>Customer Preferences and Amenities</a:t>
            </a:r>
          </a:p>
          <a:p>
            <a:r>
              <a:rPr lang="en-IN" sz="1600" b="0" dirty="0">
                <a:solidFill>
                  <a:srgbClr val="000000"/>
                </a:solidFill>
              </a:rPr>
              <a:t># customer preferences are ever evolving .</a:t>
            </a:r>
          </a:p>
          <a:p>
            <a:r>
              <a:rPr lang="en-IN" sz="1600" b="0" dirty="0">
                <a:solidFill>
                  <a:srgbClr val="000000"/>
                </a:solidFill>
              </a:rPr>
              <a:t># amenities and price has the direct  correlation </a:t>
            </a:r>
          </a:p>
          <a:p>
            <a:r>
              <a:rPr lang="en-IN" sz="1600" b="0" dirty="0">
                <a:solidFill>
                  <a:srgbClr val="000000"/>
                </a:solidFill>
              </a:rPr>
              <a:t># customer feedback is important parameter for house property style and amenities 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5EF0-9BF6-5C7A-CB4A-BF54B475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EEEA9B3D-52E7-4C88-98C0-8AB23632F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332" y="160713"/>
            <a:ext cx="6599429" cy="597146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+mn-lt"/>
              </a:rPr>
              <a:t>Conclusion &amp; Next Steps  </a:t>
            </a:r>
            <a:br>
              <a:rPr lang="en-US" sz="2400" dirty="0">
                <a:solidFill>
                  <a:schemeClr val="accent2"/>
                </a:solidFill>
                <a:latin typeface="+mn-lt"/>
              </a:rPr>
            </a:br>
            <a:endParaRPr lang="en-US" sz="2400" dirty="0">
              <a:solidFill>
                <a:schemeClr val="accent2"/>
              </a:solidFill>
              <a:latin typeface="+mn-lt"/>
            </a:endParaRPr>
          </a:p>
        </p:txBody>
      </p:sp>
      <p:pic>
        <p:nvPicPr>
          <p:cNvPr id="26" name="Picture Placeholder 25" descr="Layout of website design sketches on white paper">
            <a:extLst>
              <a:ext uri="{FF2B5EF4-FFF2-40B4-BE49-F238E27FC236}">
                <a16:creationId xmlns:a16="http://schemas.microsoft.com/office/drawing/2014/main" id="{A9EB6271-9DA9-6A69-A22D-C7C12B67F395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ABA88D0-28D8-2539-24DB-82A5931FBFE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934999" y="0"/>
            <a:ext cx="7218492" cy="5937181"/>
          </a:xfrm>
        </p:spPr>
        <p:txBody>
          <a:bodyPr/>
          <a:lstStyle/>
          <a:p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i="0" u="sng" strike="noStrike" baseline="0" dirty="0">
                <a:solidFill>
                  <a:srgbClr val="000000"/>
                </a:solidFill>
              </a:rPr>
              <a:t>Exploratory Data Analysis (EDA) serves as the cornerstone of any data-driven project, playing a pivotal role in unraveling the complex patterns and insights hidden within datasets.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i="0" u="sng" strike="noStrike" baseline="0" dirty="0">
                <a:solidFill>
                  <a:srgbClr val="000000"/>
                </a:solidFill>
              </a:rPr>
              <a:t> In the context of our real estate pricing project, EDA acts as the compass guiding us through the myriad variables that influence house valuations.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i="0" u="sng" strike="noStrike" baseline="0" dirty="0">
                <a:solidFill>
                  <a:srgbClr val="000000"/>
                </a:solidFill>
              </a:rPr>
              <a:t>we gain a deeper understanding of the underlying dynamics in the real estate market, facilitating informed decision-making and strategic positioning of properties. </a:t>
            </a:r>
            <a:endParaRPr lang="en-IN" b="0" i="0" u="sng" strike="noStrike" baseline="0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u="sng" dirty="0"/>
              <a:t>findings can guide decision-making In Real Market Conditions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u="sng" dirty="0"/>
              <a:t> Next steps- Predictive modeling, deeper insights, business applications 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 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1C98031-C333-10E3-534A-EC5A235F1E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141895" y="4855357"/>
            <a:ext cx="4929248" cy="468676"/>
          </a:xfrm>
        </p:spPr>
        <p:txBody>
          <a:bodyPr/>
          <a:lstStyle/>
          <a:p>
            <a:r>
              <a:rPr lang="en-US" sz="2400" u="sng" dirty="0">
                <a:solidFill>
                  <a:schemeClr val="accent2"/>
                </a:solidFill>
              </a:rPr>
              <a:t>References 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6FB3DE3-F8FB-111B-F76D-14DAFFDC9A1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141895" y="5380204"/>
            <a:ext cx="8976048" cy="1727103"/>
          </a:xfrm>
        </p:spPr>
        <p:txBody>
          <a:bodyPr/>
          <a:lstStyle/>
          <a:p>
            <a:r>
              <a:rPr lang="en-US" sz="1600" u="sng" dirty="0">
                <a:solidFill>
                  <a:srgbClr val="C00000"/>
                </a:solidFill>
              </a:rPr>
              <a:t># https://www.geeksforgeeks.org</a:t>
            </a:r>
          </a:p>
          <a:p>
            <a:r>
              <a:rPr lang="en-US" sz="1600" u="sng" dirty="0">
                <a:solidFill>
                  <a:srgbClr val="C00000"/>
                </a:solidFill>
              </a:rPr>
              <a:t># </a:t>
            </a:r>
            <a:r>
              <a:rPr lang="en-US" sz="1600" u="sng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https://medium.com/towards-data-science</a:t>
            </a:r>
            <a:endParaRPr lang="en-US" sz="1600" u="sng" dirty="0">
              <a:solidFill>
                <a:srgbClr val="C00000"/>
              </a:solidFill>
            </a:endParaRPr>
          </a:p>
          <a:p>
            <a:r>
              <a:rPr lang="en-US" sz="1600" u="sng" dirty="0">
                <a:solidFill>
                  <a:srgbClr val="C00000"/>
                </a:solidFill>
              </a:rPr>
              <a:t># https://pytutorial.com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ECAAC-A482-0D49-2853-F671DF067A5D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2766C627-3D2D-FFB7-27CA-7B5EEC643204}"/>
              </a:ext>
            </a:extLst>
          </p:cNvPr>
          <p:cNvSpPr txBox="1">
            <a:spLocks/>
          </p:cNvSpPr>
          <p:nvPr/>
        </p:nvSpPr>
        <p:spPr>
          <a:xfrm>
            <a:off x="8640323" y="3656695"/>
            <a:ext cx="3012438" cy="5879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4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47927" y="3116073"/>
            <a:ext cx="5156718" cy="3334802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“EDA is all about exploring data, finding anomalies, and gaining a deeper understanding of the underlying structure before performing more formal analyses.”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/>
              <a:t>The greatest value of a picture is when it forces us to notice what we never expected to see."</a:t>
            </a:r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11154" y="5352069"/>
            <a:ext cx="1465840" cy="1289394"/>
          </a:xfrm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619</TotalTime>
  <Words>1037</Words>
  <Application>Microsoft Office PowerPoint</Application>
  <PresentationFormat>Widescreen</PresentationFormat>
  <Paragraphs>141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Times New Roman</vt:lpstr>
      <vt:lpstr>Wingdings</vt:lpstr>
      <vt:lpstr>Custom​​</vt:lpstr>
      <vt:lpstr>C:\Users\ACER\OneDrive\Desktop\housing_data.xlsx</vt:lpstr>
      <vt:lpstr>Next-Hikes IT Solutions – Project -III    Exploratory Data Analysis (EDA) for Real Estate Pricing Unveiling the Dynamics of House Valuation in a Dynamic Market  </vt:lpstr>
      <vt:lpstr>Overview Of the project</vt:lpstr>
      <vt:lpstr>Introduction</vt:lpstr>
      <vt:lpstr>Market Size and Future forecast</vt:lpstr>
      <vt:lpstr>The Economic Survey 2024-25 highlights a robust performance in India's real estate market. Here are some key points:   RERA and GST: The Real Estate (Regulation and Development) Act (RERA) and Goods and Services Tax (GST) have brought transparency, protection against fraud, and timely project deliveries.  Sales Growth: The residential real estate market saw an 11-year high in sales volume during the first half of 2024, with an 11% year-on-year growth in top cities.  Future Demand: Housing demand in India is expected to reach 93 million units by 2036.  REITs: The rise of Real Estate Investment Trusts (REITs) has positively impacted the commercial sector.  </vt:lpstr>
      <vt:lpstr>Importance Of EDA</vt:lpstr>
      <vt:lpstr>Dataset Description   The dataset comprises diverse parameters such as location, size, amenities, market trends, economic indicators, and historical transaction data. These variables contribute to the intricate web of pricing dynamics</vt:lpstr>
      <vt:lpstr>Steps Involved In EDA</vt:lpstr>
      <vt:lpstr> </vt:lpstr>
      <vt:lpstr>Univariate and Bivariate Analysis All steps incorporated in jupyter notebook</vt:lpstr>
      <vt:lpstr>Multivariate Analysis &amp; Geospatial Analysis</vt:lpstr>
      <vt:lpstr>Feature -Engineering </vt:lpstr>
      <vt:lpstr>Key Findings &amp; Insights</vt:lpstr>
      <vt:lpstr> Conclusion &amp; Next Steps 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Himanshu Manmode</dc:creator>
  <cp:lastModifiedBy>Himanshu Manmode</cp:lastModifiedBy>
  <cp:revision>1</cp:revision>
  <dcterms:created xsi:type="dcterms:W3CDTF">2025-01-30T07:32:03Z</dcterms:created>
  <dcterms:modified xsi:type="dcterms:W3CDTF">2025-02-12T18:21:55Z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